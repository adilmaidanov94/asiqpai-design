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07463a23-1d1b-d922-d0c6-bc57eb06bc94}">
          <p14:sldIdLst>
            <p14:sldId id="256"/>
            <p14:sldId id="257"/>
            <p14:sldId id="258"/>
          </p14:sldIdLst>
        </p14:section>
        <p14:section name="Концепция" id="{cded4c8d-473b-90fb-b066-5040d113ddb8}">
          <p14:sldIdLst>
            <p14:sldId id="259"/>
            <p14:sldId id="260"/>
          </p14:sldIdLst>
        </p14:section>
        <p14:section name="Живой прогон" id="{0c4808b9-0229-ceb4-a70a-a7725f53e23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Дизайн-система" id="{2ac58c33-d079-2440-dfb5-ff7a7fa31f4b}">
          <p14:sldIdLst>
            <p14:sldId id="269"/>
            <p14:sldId id="270"/>
          </p14:sldIdLst>
        </p14:section>
        <p14:section name="План" id="{69403db5-0ef4-6f83-e09f-0c6df12c4bc5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покажу не концепцию на словах, а работающий прототип: 36 экранов, собранных за неделю после публикации ТЗ. Сначала две минуты контекста, затем 20 минут живого прогона на телефоне, в конце план и стоимость. Вопросы можно задавать по ходу.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на 30 минут. Основное время — живой прогон на телефоне, слайды здесь только фиксируют, что именно вы увидели. Ссылку на прототип отправлю в чат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Единственное, чего нет, — Figma-файл: не было доступа к вашему пространству. Токены и экраны импортируются туда на этапе 3 через Tokens Studio и html.to.design. UX-аудит сделан экспертно, без доступа к живому MVP, и будет верифицирован на первой неделе.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Бренд задал тёмную палитру с золотом. Моё решение — дисциплина: золото не украшение, а индикатор пути сигнала. Поэтому пользователь всегда видит, что сейчас «горит».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Навигация: вкладки — корни, внутри них стек экранов; быстрые настройки — в шитах снизу. Системная кнопка «Назад» Telegram дублирует стрелку в шапке. Главную кнопку Telegram не используем: собственный футер работает одинаково в iOS, Android и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Переключаюсь на телефон: Студия → Новая → выбираю Night Drive → REC, записываю MID, стоп → Обработка → Экспорт → «Трек готов». Весь путь укладывается в полторы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проблема MVP по ТЗ — сложность сценариев студии. Решение: один экран записи с явным состоянием. Цвета дорожек: MID золото, BACK голубой, ADLIBS розовый — только здесь.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телефоне: двигаю слайдер силы, открываю ручку Autotune — шит с параметрами. Жму «AI-мастеринг» — общий экран AI-прогресса с шагами и отменой. Единый паттерн для всех AI-операций.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Показываю вкладку AI Fit: двигаю тайминг, запускаю — экран прогресса, затем возврат в обработку. Акцент: артист контролирует степень вмешательства, цена известна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телефоне: Студия → AI Samples → Создать → золотая кнопка записи, «Чопы», «Сгенерировать» → прогресс → результат с пэдами → «Сохранить 6». Второй по важности сценарий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телефоне: Музыка → фильтры → бит → слушаю (мини-плеер остаётся при переходах) → лицензия → оплата → успех → «Записать на бит». Монетизация встроена в сценарий.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Быстро пролистываю три раздела. Общее правило: карточка с одним главным действием, списки с одним уровнем, цена и статус всегда видны.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прототипе есть переключатели «Нет сети» и «Пустая библиотека» — включаю и показываю, как меняются экраны. Это ответ на п. 3.2.1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 uikit.html: живая галерея компонентов. Всё, что вы видели в прототипе, рендерится этим же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Включаю «Крупный текст» и «KZ» на главной — название «Түнгі жол — үшінші дубль» переносится на две строки, кнопка остаётся на месте. Это риски из п. 3.1.9 ТЗ.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Срок по ТЗ сохраняется: два месяца. Разница в том, что вы уже видели результат этапов 2–4 и 6, поэтому риск «не угадали со стилем» снят до договора. Цена фиксированная.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вопроса справа — решения, которые я принял сам и хочу подтвердить до старта. Ответы меняют этапы 2 и 4, поэтому лучше обсудить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Ссылки уже в чате. Готов ответить на вопросы и, если решение будет за нами, начать с аудита живого MVP на первой неделе.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ASIQPAI · демо прототипа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RFACE">
    <p:bg>
      <p:bgPr>
        <a:solidFill>
          <a:srgbClr val="17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ASIQPAI · демо прототипа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LD">
    <p:bg>
      <p:bgPr>
        <a:solidFill>
          <a:srgbClr val="D9A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1A140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6400800" cy="6400800"/>
          </a:xfrm>
          <a:prstGeom prst="ellipse">
            <a:avLst/>
          </a:prstGeom>
          <a:solidFill>
            <a:srgbClr val="3A2C10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 · UX/UI ДИЗАЙН-ПАКЕТ v1.0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ASIQPAI: тёмная студия, золотой сигнал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кликабельного прототипа по ТЗ «Разработка UX/UI-дизайна Telegram Mini App ASIQPAI». 30 минут: концепция, живой прогон сценариев, план на 8 недель.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Майданов Адиль Кокенович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октября 2026</a:t>
            </a:r>
            <a:endParaRPr lang="en-US" sz="1400" dirty="0"/>
          </a:p>
        </p:txBody>
      </p:sp>
      <p:pic>
        <p:nvPicPr>
          <p:cNvPr id="8" name="Image 0" descr="/private/tmp/claude-501/-Users-adilkokenovich-Library-Application-Support-Claude-scratch-workspaces-4d5a547f-5bda-4e02-a26b-0419b365d104-24b83587-a446-4e42-8e8e-da4c6a31b078-scratch-2026-10-14-85e996/4870e2f4-b6a5-40cc-80a2-be3d24a1a0ea/scratchpad/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822960"/>
            <a:ext cx="2408426" cy="5212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25128" y="795528"/>
            <a:ext cx="2463290" cy="5266944"/>
          </a:xfrm>
          <a:prstGeom prst="roundRect">
            <a:avLst>
              <a:gd name="adj" fmla="val 9280"/>
            </a:avLst>
          </a:prstGeom>
          <a:ln w="15875">
            <a:solidFill>
              <a:srgbClr val="2A28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минут: что и в каком порядке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мин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15768"/>
            <a:ext cx="21945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требовало ТЗ, что уже сделано и почему это снижает риск для заказчика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15768"/>
            <a:ext cx="21945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«Тёмная студия, золотой сигнал», структура разделов и логика навигации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201E1A"/>
          </a:solidFill>
          <a:ln w="19050">
            <a:solidFill>
              <a:srgbClr val="D9AE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мин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прогон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15768"/>
            <a:ext cx="21945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трека от бита до WAV, Vocal Slicer и AI Fit, AI Samples, покупка лицензии, состояния ошибок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мин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и вопросы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715768"/>
            <a:ext cx="21945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недель, 6 этапов, стоимость, что нужно от заказчика для старта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открыт на телефоне параллельно со слайдами: adilmaidanov94.github.io/asiqpai-design/design/prototype.html. Можно повторять за мной на своём устройстве.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ТЗ требовало семь артефактов. Шесть уже готовы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утверждено 07.10.2026. За неделю собран пакет v1.0, который покрывает этапы 2, 3, 4 и 6 календарного плана и даёт материал для этапов 1 и 5.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566928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П. 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Артефакт по ТЗ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 пакете v1.0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Figma-файл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HTML-экраны и tokens.json для импорта в Figma заказчика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Kit / дизайн-система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токена, 98 иконок, 40+ компонентов со всеми состояниями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готово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flow и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разделов, 7 сценариев, матрица экраны × 6 состояний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готово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Кликабельный прототип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экранов, 18 шитов, 7 сквозных сценариев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готово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Ассеты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SVG-иконки, логотип, tokens.json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готово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Руководство по стилям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Живая галерея UI Kit с правилами и контрастом WCAG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готово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Handoff-спецификация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разделов под стек HTML/CSS/JS и Telegram WebApp 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готово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4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КОНЦЕПЦИЯ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4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показывает одно: где сейчас идёт сигнал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A1408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688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золото на экран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действие, armed-дорожка или прогресс. Остальное остаётся тихим.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A1408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 линейна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852928"/>
            <a:ext cx="2194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 → Запись → Обработка → Экспорт. Шаг виден в шапке, назад всегда есть.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A1408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до действия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52928"/>
            <a:ext cx="2194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AI-операции на кнопке, списание только за успешный результат.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22860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A1408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24688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Состояния раньше красоты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empty, error, success, disabled, confirm спроектированы для каждого экрана.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Тёплые почти чёрные поверхности как в затемнённой аппаратной; дорожки MID, BACK и ADLIBS получают свой цвет только внутри студии; минимальная цель касания 44 px, кнопка записи 76 px в зоне большого пальца.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вкладок, студия в центре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работа артиста — записать трек, поэтому «Студия» получает золотую кнопку в центре таб-бара. Кошелёк и профиль доступны с главной: это сервисные разделы, а не ежедневные.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591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34086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продолжить проект, быстрые действия, биты недели, челлендж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0723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305409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битов, страница бита, лицензия и оплата, плеер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19050">
            <a:solidFill>
              <a:srgbClr val="D9AE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8561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76732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MID/BACK/ADLIBS, обработка, Vocal Slicer, AI Fit, AI Samples, экспорт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498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Сообщество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44805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лента, челленджи, поиск фитов, публикация трека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120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519379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проекты, экспорты (офлайн), купленные биты, сэмплы</a:t>
            </a:r>
            <a:endParaRPr lang="en-US" sz="1150" dirty="0"/>
          </a:p>
        </p:txBody>
      </p:sp>
      <p:pic>
        <p:nvPicPr>
          <p:cNvPr id="19" name="Image 0" descr="/private/tmp/claude-501/-Users-adilkokenovich-Library-Application-Support-Claude-scratch-workspaces-4d5a547f-5bda-4e02-a26b-0419b365d104-24b83587-a446-4e42-8e8e-da4c6a31b078-scratch-2026-10-14-85e996/4870e2f4-b6a5-40cc-80a2-be3d24a1a0ea/scratchpad/shots/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914400"/>
            <a:ext cx="2450679" cy="53035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208008" y="886968"/>
            <a:ext cx="2505543" cy="5358384"/>
          </a:xfrm>
          <a:prstGeom prst="roundRect">
            <a:avLst>
              <a:gd name="adj" fmla="val 9124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1. От бита до WAV за четыре шага</a:t>
            </a:r>
            <a:endParaRPr lang="en-US" sz="3000" dirty="0"/>
          </a:p>
        </p:txBody>
      </p:sp>
      <p:pic>
        <p:nvPicPr>
          <p:cNvPr id="3" name="Image 0" descr="/private/tmp/claude-501/-Users-adilkokenovich-Library-Application-Support-Claude-scratch-workspaces-4d5a547f-5bda-4e02-a26b-0419b365d104-24b83587-a446-4e42-8e8e-da4c6a31b078-scratch-2026-10-14-85e996/4870e2f4-b6a5-40cc-80a2-be3d24a1a0ea/scratchpad/shots/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92" y="1371600"/>
            <a:ext cx="1859136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37560" y="1344168"/>
            <a:ext cx="1914000" cy="4078224"/>
          </a:xfrm>
          <a:prstGeom prst="roundRect">
            <a:avLst>
              <a:gd name="adj" fmla="val 11944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5532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Выбрать бит</a:t>
            </a:r>
            <a:endParaRPr lang="en-US" sz="1400" dirty="0"/>
          </a:p>
        </p:txBody>
      </p:sp>
      <p:pic>
        <p:nvPicPr>
          <p:cNvPr id="6" name="Image 1" descr="/private/tmp/claude-501/-Users-adilkokenovich-Library-Application-Support-Claude-scratch-workspaces-4d5a547f-5bda-4e02-a26b-0419b365d104-24b83587-a446-4e42-8e8e-da4c6a31b078-scratch-2026-10-14-85e996/4870e2f4-b6a5-40cc-80a2-be3d24a1a0ea/scratchpad/shots/rec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32" y="1371600"/>
            <a:ext cx="1859136" cy="4023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072200" y="1344168"/>
            <a:ext cx="1914000" cy="4078224"/>
          </a:xfrm>
          <a:prstGeom prst="roundRect">
            <a:avLst>
              <a:gd name="adj" fmla="val 11944"/>
            </a:avLst>
          </a:prstGeom>
          <a:ln w="25400">
            <a:solidFill>
              <a:srgbClr val="D9AE5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703320" y="5532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Записать дорожки</a:t>
            </a:r>
            <a:endParaRPr lang="en-US" sz="1400" dirty="0"/>
          </a:p>
        </p:txBody>
      </p:sp>
      <p:pic>
        <p:nvPicPr>
          <p:cNvPr id="9" name="Image 2" descr="/private/tmp/claude-501/-Users-adilkokenovich-Library-Application-Support-Claude-scratch-workspaces-4d5a547f-5bda-4e02-a26b-0419b365d104-24b83587-a446-4e42-8e8e-da4c6a31b078-scratch-2026-10-14-85e996/4870e2f4-b6a5-40cc-80a2-be3d24a1a0ea/scratchpad/shots/f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72" y="1371600"/>
            <a:ext cx="1859136" cy="40233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906840" y="1344168"/>
            <a:ext cx="1914000" cy="4078224"/>
          </a:xfrm>
          <a:prstGeom prst="roundRect">
            <a:avLst>
              <a:gd name="adj" fmla="val 11944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537960" y="5532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Настроить обработку</a:t>
            </a:r>
            <a:endParaRPr lang="en-US" sz="1400" dirty="0"/>
          </a:p>
        </p:txBody>
      </p:sp>
      <p:pic>
        <p:nvPicPr>
          <p:cNvPr id="12" name="Image 3" descr="/private/tmp/claude-501/-Users-adilkokenovich-Library-Application-Support-Claude-scratch-workspaces-4d5a547f-5bda-4e02-a26b-0419b365d104-24b83587-a446-4e42-8e8e-da4c6a31b078-scratch-2026-10-14-85e996/4870e2f4-b6a5-40cc-80a2-be3d24a1a0ea/scratchpad/shots/export-succ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8912" y="1371600"/>
            <a:ext cx="1859136" cy="40233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741480" y="1344168"/>
            <a:ext cx="1914000" cy="4078224"/>
          </a:xfrm>
          <a:prstGeom prst="roundRect">
            <a:avLst>
              <a:gd name="adj" fmla="val 11944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372600" y="5532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Сохранить WAV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шагов в шапке показывает, где ты находишься; назад можно на любом шаге без потери дублей.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Запись: три дорожки, одна кнопка</a:t>
            </a:r>
            <a:endParaRPr lang="en-US" sz="3000" dirty="0"/>
          </a:p>
        </p:txBody>
      </p:sp>
      <p:pic>
        <p:nvPicPr>
          <p:cNvPr id="3" name="Image 0" descr="/private/tmp/claude-501/-Users-adilkokenovich-Library-Application-Support-Claude-scratch-workspaces-4d5a547f-5bda-4e02-a26b-0419b365d104-24b83587-a446-4e42-8e8e-da4c6a31b078-scratch-2026-10-14-85e996/4870e2f4-b6a5-40cc-80a2-be3d24a1a0ea/scratchpad/shots/rec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2408426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" y="1069848"/>
            <a:ext cx="2463290" cy="5266944"/>
          </a:xfrm>
          <a:prstGeom prst="roundRect">
            <a:avLst>
              <a:gd name="adj" fmla="val 9280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566160" y="14630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794760" y="1554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по тапу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53619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 по дорожке выбирает её для записи: обводка цветом дорожки и метка REC. Нельзя записать «не туда».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566160" y="256032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94760" y="2651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76 px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63347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зоне большого пальца, с предотсчётом в четыре клика и пульсацией во время записи.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566160" y="36576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9476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373075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стоп — сохранённый дубль. Шит дублей показывает оценку попадания в сетку и лучший.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566160" y="475488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94760" y="4846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бита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482803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BPM, размер и текущий раздел (Hook, такт 33) под таймкодом; маркеры структуры приходят со страницы бита.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Обработка: AI предлагает, артист решает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Пресет подбирается под бит и тональность; один слайдер «сила обработки» от естественного до жёсткого; цепочка эффектов открыта для тех, кто хочет крутить ручки.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591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Пресет AI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34086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«Trap Lead» под Night Drive, F#m. Сменить — один шит.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2278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320954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иконки в шапке: слышишь вокал без обработки, отпустил — с обработкой.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0965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дорожкам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407822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MID / BACK / ADLIBS / MASTER: у каждой дорожки своя цепочка.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78638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19050">
            <a:solidFill>
              <a:srgbClr val="D9AE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96519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кредитов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494690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AI-мастеринг показывает цену прямо на кнопке; списание только после результата.</a:t>
            </a:r>
            <a:endParaRPr lang="en-US" sz="1150" dirty="0"/>
          </a:p>
        </p:txBody>
      </p:sp>
      <p:pic>
        <p:nvPicPr>
          <p:cNvPr id="16" name="Image 0" descr="/private/tmp/claude-501/-Users-adilkokenovich-Library-Application-Support-Claude-scratch-workspaces-4d5a547f-5bda-4e02-a26b-0419b365d104-24b83587-a446-4e42-8e8e-da4c6a31b078-scratch-2026-10-14-85e996/4870e2f4-b6a5-40cc-80a2-be3d24a1a0ea/scratchpad/shots/f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914400"/>
            <a:ext cx="2450679" cy="53035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208008" y="886968"/>
            <a:ext cx="2505543" cy="5358384"/>
          </a:xfrm>
          <a:prstGeom prst="roundRect">
            <a:avLst>
              <a:gd name="adj" fmla="val 9124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 Slicer и AI Fit: три вкладки, один экран</a:t>
            </a:r>
            <a:endParaRPr lang="en-US" sz="3000" dirty="0"/>
          </a:p>
        </p:txBody>
      </p:sp>
      <p:pic>
        <p:nvPicPr>
          <p:cNvPr id="3" name="Image 0" descr="/private/tmp/claude-501/-Users-adilkokenovich-Library-Application-Support-Claude-scratch-workspaces-4d5a547f-5bda-4e02-a26b-0419b365d104-24b83587-a446-4e42-8e8e-da4c6a31b078-scratch-2026-10-14-85e996/4870e2f4-b6a5-40cc-80a2-be3d24a1a0ea/scratchpad/shots/sli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2408426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" y="1069848"/>
            <a:ext cx="2463290" cy="5266944"/>
          </a:xfrm>
          <a:prstGeom prst="roundRect">
            <a:avLst>
              <a:gd name="adj" fmla="val 9280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566160" y="1463040"/>
            <a:ext cx="2606040" cy="2651760"/>
          </a:xfrm>
          <a:prstGeom prst="roundRect">
            <a:avLst>
              <a:gd name="adj" fmla="val 5263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79476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2029968"/>
            <a:ext cx="21488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режет дубль по фразам или по долям. Тап по линии выбирает кусок, тянешь — двигаешь границу. Кусок можно заменить из другого дубля.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463040"/>
            <a:ext cx="2606040" cy="2651760"/>
          </a:xfrm>
          <a:prstGeom prst="roundRect">
            <a:avLst>
              <a:gd name="adj" fmla="val 5263"/>
            </a:avLst>
          </a:prstGeom>
          <a:solidFill>
            <a:srgbClr val="0E0D0B"/>
          </a:solidFill>
          <a:ln w="19050">
            <a:solidFill>
              <a:srgbClr val="D9AE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029968"/>
            <a:ext cx="21488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слайдера: тайминг и тон. До/после как оценка: 71% → 96% попадания в сетку. 50 кредитов, видно до запуска.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052560" y="1463040"/>
            <a:ext cx="2606040" cy="2651760"/>
          </a:xfrm>
          <a:prstGeom prst="roundRect">
            <a:avLst>
              <a:gd name="adj" fmla="val 5263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28116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Пэды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2029968"/>
            <a:ext cx="21488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Куски разложены по 16 пэдам: играй новый порядок, пиши на ADLIBS или отправляй в AI Samples.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389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сложный инструмент продукта собран так, что на каждой вкладке одно действие и одна кнопка «Применить». Дыхание и шумы по умолчанию сохраняются: AI не делает вокал стерильным без спроса.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Samples: голос превращается в пак за один экран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записать 3–10 секунд, взять дорожку проекта или загрузить файл (в том числе голосовое из Telegram)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сделать: чопы, адлибы, one-shot; подогнать под бит текущего проекта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16 вариантов с шагами прогресса, 100 кредитов за успешный результат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на пэдах: отметить нужные, назвать пак, сохранить или сразу на пэды Slicer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4663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Невыбранные варианты удаляются через 24 часа, об этом сказано на экране результата. Никаких сюрпризов с хранилищем.</a:t>
            </a:r>
            <a:endParaRPr lang="en-US" sz="1250" dirty="0"/>
          </a:p>
        </p:txBody>
      </p:sp>
      <p:pic>
        <p:nvPicPr>
          <p:cNvPr id="6" name="Image 0" descr="/private/tmp/claude-501/-Users-adilkokenovich-Library-Application-Support-Claude-scratch-workspaces-4d5a547f-5bda-4e02-a26b-0419b365d104-24b83587-a446-4e42-8e8e-da4c6a31b078-scratch-2026-10-14-85e996/4870e2f4-b6a5-40cc-80a2-be3d24a1a0ea/scratchpad/shots/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914400"/>
            <a:ext cx="2450679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39128" y="886968"/>
            <a:ext cx="2505543" cy="5358384"/>
          </a:xfrm>
          <a:prstGeom prst="roundRect">
            <a:avLst>
              <a:gd name="adj" fmla="val 9124"/>
            </a:avLst>
          </a:prstGeom>
          <a:ln w="15875">
            <a:solidFill>
              <a:srgbClr val="2A2823"/>
            </a:solidFill>
            <a:prstDash val="solid"/>
          </a:ln>
        </p:spPr>
      </p:sp>
      <p:pic>
        <p:nvPicPr>
          <p:cNvPr id="8" name="Image 1" descr="/private/tmp/claude-501/-Users-adilkokenovich-Library-Application-Support-Claude-scratch-workspaces-4d5a547f-5bda-4e02-a26b-0419b365d104-24b83587-a446-4e42-8e8e-da4c6a31b078-scratch-2026-10-14-85e996/4870e2f4-b6a5-40cc-80a2-be3d24a1a0ea/scratchpad/shots/samples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914400"/>
            <a:ext cx="2450679" cy="5303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90888" y="886968"/>
            <a:ext cx="2505543" cy="5358384"/>
          </a:xfrm>
          <a:prstGeom prst="roundRect">
            <a:avLst>
              <a:gd name="adj" fmla="val 9124"/>
            </a:avLst>
          </a:prstGeom>
          <a:ln w="25400">
            <a:solidFill>
              <a:srgbClr val="D9AE5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Музыка: бит ведёт либо в студию, либо к лицензии</a:t>
            </a:r>
            <a:endParaRPr lang="en-US" sz="3000" dirty="0"/>
          </a:p>
        </p:txBody>
      </p:sp>
      <p:pic>
        <p:nvPicPr>
          <p:cNvPr id="3" name="Image 0" descr="/private/tmp/claude-501/-Users-adilkokenovich-Library-Application-Support-Claude-scratch-workspaces-4d5a547f-5bda-4e02-a26b-0419b365d104-24b83587-a446-4e42-8e8e-da4c6a31b078-scratch-2026-10-14-85e996/4870e2f4-b6a5-40cc-80a2-be3d24a1a0ea/scratchpad/shots/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2408426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" y="1069848"/>
            <a:ext cx="2463290" cy="5266944"/>
          </a:xfrm>
          <a:prstGeom prst="roundRect">
            <a:avLst>
              <a:gd name="adj" fmla="val 9280"/>
            </a:avLst>
          </a:prstGeom>
          <a:ln w="15875">
            <a:solidFill>
              <a:srgbClr val="2A2823"/>
            </a:solidFill>
            <a:prstDash val="solid"/>
          </a:ln>
        </p:spPr>
      </p:sp>
      <p:pic>
        <p:nvPicPr>
          <p:cNvPr id="5" name="Image 1" descr="/private/tmp/claude-501/-Users-adilkokenovich-Library-Application-Support-Claude-scratch-workspaces-4d5a547f-5bda-4e02-a26b-0419b365d104-24b83587-a446-4e42-8e8e-da4c6a31b078-scratch-2026-10-14-85e996/4870e2f4-b6a5-40cc-80a2-be3d24a1a0ea/scratchpad/shots/lic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97280"/>
            <a:ext cx="2408426" cy="5212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172968" y="1069848"/>
            <a:ext cx="2463290" cy="5266944"/>
          </a:xfrm>
          <a:prstGeom prst="roundRect">
            <a:avLst>
              <a:gd name="adj" fmla="val 9280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035040" y="146304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63640" y="15544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действия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153619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Футер страницы бита: цена слева, «Записать на бит» справа. Бесплатные биты ведут в студию сразу.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5040" y="256032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63640" y="2651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633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Маркеры Intro / Verse / Hook на странице бита переносятся на таймлайн записи.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365760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63640" y="3749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373075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/ Premium / Exclusive с условиями в одну строку; оплата Telegram Stars, балансом или картой; договор в чат PDF.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475488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63640" y="4846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оплаты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48280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успеха предлагает единственное логичное действие: записать на этот бит.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Сообщество, кошелёк, библиотека: понятны без обучения</a:t>
            </a:r>
            <a:endParaRPr lang="en-US" sz="3000" dirty="0"/>
          </a:p>
        </p:txBody>
      </p:sp>
      <p:pic>
        <p:nvPicPr>
          <p:cNvPr id="3" name="Image 0" descr="/private/tmp/claude-501/-Users-adilkokenovich-Library-Application-Support-Claude-scratch-workspaces-4d5a547f-5bda-4e02-a26b-0419b365d104-24b83587-a446-4e42-8e8e-da4c6a31b078-scratch-2026-10-14-85e996/4870e2f4-b6a5-40cc-80a2-be3d24a1a0ea/scratchpad/shots/commu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774629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" y="1344168"/>
            <a:ext cx="1829493" cy="3895344"/>
          </a:xfrm>
          <a:prstGeom prst="roundRect">
            <a:avLst>
              <a:gd name="adj" fmla="val 12495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551869" y="1463040"/>
            <a:ext cx="1562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Сообщество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551869" y="1874520"/>
            <a:ext cx="1562931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 = аудио + текст + кнопка «Фит». Челленджи продюсеров и раздел «Ищут фит» дают повод вернуться.</a:t>
            </a:r>
            <a:endParaRPr lang="en-US" sz="1200" dirty="0"/>
          </a:p>
        </p:txBody>
      </p:sp>
      <p:pic>
        <p:nvPicPr>
          <p:cNvPr id="7" name="Image 1" descr="/private/tmp/claude-501/-Users-adilkokenovich-Library-Application-Support-Claude-scratch-workspaces-4d5a547f-5bda-4e02-a26b-0419b365d104-24b83587-a446-4e42-8e8e-da4c6a31b078-scratch-2026-10-14-85e996/4870e2f4-b6a5-40cc-80a2-be3d24a1a0ea/scratchpad/shots/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1774629" cy="3840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70248" y="1344168"/>
            <a:ext cx="1829493" cy="3895344"/>
          </a:xfrm>
          <a:prstGeom prst="roundRect">
            <a:avLst>
              <a:gd name="adj" fmla="val 12495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0909" y="1463040"/>
            <a:ext cx="1562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Кошелёк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300909" y="1874520"/>
            <a:ext cx="1562931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валюты на одной карте: ₸, AI-кредиты, Stars. Доход от роялти виден графиком, тарифы Free / Pro / Studio.</a:t>
            </a:r>
            <a:endParaRPr lang="en-US" sz="1200" dirty="0"/>
          </a:p>
        </p:txBody>
      </p:sp>
      <p:pic>
        <p:nvPicPr>
          <p:cNvPr id="11" name="Image 2" descr="/private/tmp/claude-501/-Users-adilkokenovich-Library-Application-Support-Claude-scratch-workspaces-4d5a547f-5bda-4e02-a26b-0419b365d104-24b83587-a446-4e42-8e8e-da4c6a31b078-scratch-2026-10-14-85e996/4870e2f4-b6a5-40cc-80a2-be3d24a1a0ea/scratchpad/shots/libr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0"/>
            <a:ext cx="1774629" cy="38404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19288" y="1344168"/>
            <a:ext cx="1829493" cy="3895344"/>
          </a:xfrm>
          <a:prstGeom prst="roundRect">
            <a:avLst>
              <a:gd name="adj" fmla="val 12495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049949" y="1463040"/>
            <a:ext cx="1562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049949" y="1874520"/>
            <a:ext cx="1562931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Проекты со статусом, экспорты с бейджем «офлайн», купленные биты с кнопкой «Записать».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ТЗ п. 3.1.2: сценарии Music, Community, Wallet и Library должны быть понятны без обучения. Проверяется задачами T2, T5, T6, T7 в плане юзабилити-теста.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состояний на каждом экране, не только happy path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303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Состояние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выглядит в прототипе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Скелетоны в форме контента, спиннер на кнопке, прогресс AI с шагами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Объяснение и одно действие: пустой поиск, пустая библиотека, пустой кошелёк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случилось и что делать; кредиты не списаны; код ошибки мелким текстом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Полноэкранно только после покупки и экспорта, остальное тостом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Кнопка 38% непрозрачности, тап объясняет причину тостом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Диалог для удаления, отмены AI, выхода во время записи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сервисные: нет сети, нет микрофона, мало кредитов, техработы.</a:t>
            </a:r>
            <a:endParaRPr lang="en-US" sz="1250" dirty="0"/>
          </a:p>
        </p:txBody>
      </p:sp>
      <p:pic>
        <p:nvPicPr>
          <p:cNvPr id="5" name="Image 0" descr="/private/tmp/claude-501/-Users-adilkokenovich-Library-Application-Support-Claude-scratch-workspaces-4d5a547f-5bda-4e02-a26b-0419b365d104-24b83587-a446-4e42-8e8e-da4c6a31b078-scratch-2026-10-14-85e996/4870e2f4-b6a5-40cc-80a2-be3d24a1a0ea/scratchpad/shots/low-cred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2112654" cy="4572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562088" y="1161288"/>
            <a:ext cx="2167518" cy="4626864"/>
          </a:xfrm>
          <a:prstGeom prst="roundRect">
            <a:avLst>
              <a:gd name="adj" fmla="val 10547"/>
            </a:avLst>
          </a:prstGeom>
          <a:ln w="15875">
            <a:solidFill>
              <a:srgbClr val="2A2823"/>
            </a:solidFill>
            <a:prstDash val="solid"/>
          </a:ln>
        </p:spPr>
      </p:sp>
      <p:pic>
        <p:nvPicPr>
          <p:cNvPr id="7" name="Image 1" descr="/private/tmp/claude-501/-Users-adilkokenovich-Library-Application-Support-Claude-scratch-workspaces-4d5a547f-5bda-4e02-a26b-0419b365d104-24b83587-a446-4e42-8e8e-da4c6a31b078-scratch-2026-10-14-85e996/4870e2f4-b6a5-40cc-80a2-be3d24a1a0ea/scratchpad/shots/off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188720"/>
            <a:ext cx="2112654" cy="45720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893808" y="1161288"/>
            <a:ext cx="2167518" cy="4626864"/>
          </a:xfrm>
          <a:prstGeom prst="roundRect">
            <a:avLst>
              <a:gd name="adj" fmla="val 10547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Дизайн-система уже написана кодом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24328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цвет, шрифт, отступы, радиусы, движение; CSS и JSON для Figma Variables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иконок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624328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отрисовка, 24 px, штрих 1.75, экспорт SVG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компонентов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624328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кнопки, чипы, поля, списки, волны, дорожки, шиты, тосты, состояния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гарнитуры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624328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Unbounded, Onest, JetBrains Mono; SIL OFL, казахские буквы проверены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6818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 разработчику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90288"/>
            <a:ext cx="4983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CSS-файла подключаются напрямую в существующий веб-стек Mini App; в коде продукта не остаётся ни одного литерального цвета. Структура классов экранов совпадает с прототипом один к одному.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6818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 заказчику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590288"/>
            <a:ext cx="4983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Figma-библиотека на этапе 3 собирается из тех же токенов, поэтому макеты и код не расходятся. Контраст текста проверен: основной 17:1, вторичный 9:1, золото на тёмном 11.7:1.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в условиях из ТЗ, а не на идеальном экране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  <a:gridCol w="2926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Требование ТЗ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проверяется в прототипе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Ширина 320–430 px (п. 3.3.4)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Режимы «Small 320×568» и «iPhone 390×844» в панели прототипа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кнопки и шапка не ломаются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Широкие экраны, Desktop Telegram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«Desktop Telegram»: контент центрируется колонкой 560 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без растяжения карточек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Длинные строки RU / KZ / EN (п. 3.3.2)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Переключатель «Длинные строки (KZ)»: имена и названия до +35%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перенос, без обрезки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Системное увеличение текста (п. 3.1.9)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Переключатель «Крупный текст +30%» умножает всю шкалу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ничего не перекрывается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Нестабильное соединение (п. 3.1.1)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Переключатель «Нет сети»: полоса, офлайн-библиотека, AI-кнопки недоступны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нет тупиков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Безопасные зоны устройств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Токены safe-top / safe-bottom из Telegram SDK с запасом env()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C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таб-бар не под индикатором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переключатели доступны в левой панели прототипа: можно повторить проверку самостоятельно во время демо.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недель, 6 этапов, 1 200 000 ₸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4846320"/>
                <a:gridCol w="91440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Недели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и приёмка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7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E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Старт и UX-аудит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Отчёт аудита живого MVP по чек-листу из 22 пунктов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IA и user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 IA v1.1, нет тупиков, структура утверждена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Концепция и Design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Kit v1 в Figma заказчика, компоненты как варианты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Дизайн ключевых экранов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согласованных экранов с шестью состояниями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Прототип и проверка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 на 5 пользователях, ≥80% сценариев без критической помощи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Финализация и handoff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source, ассеты, спецификация, handoff-сессия до 2 часов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13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8912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480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после акта по каждому этапу, без аванса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297680" y="438912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26280" y="4480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2, 3, 4, 6 опираются на готовый пакет: время идёт на согласование, не на поиск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46720" y="438912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71613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4480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30 дней на исправление несоответствий ТЗ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заказчика для старта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П. 5.1 ТЗ: доступ, материалы и обратная связь. Сроки привязаны к неделям календарного плана.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9494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9339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97510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актуальному MVP с тестовым аккаунтом и кредитами; контакт разработчика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69494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249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70662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Бренд-материалы и решение по палитре: тёмная с золотом принята как база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69494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564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3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43814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Пространство Figma с правами редактора для импорта UI Kit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69494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879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6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4169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пользователей из базы ASIQPAI для теста или согласие на внешний рекрут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694944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919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этап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9011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 в течение 3 рабочих дней после сдачи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1371600"/>
            <a:ext cx="3749040" cy="4206240"/>
          </a:xfrm>
          <a:prstGeom prst="roundRect">
            <a:avLst>
              <a:gd name="adj" fmla="val 3659"/>
            </a:avLst>
          </a:prstGeom>
          <a:solidFill>
            <a:srgbClr val="0E0D0B"/>
          </a:solidFill>
          <a:ln w="19050">
            <a:solidFill>
              <a:srgbClr val="D9AE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вопроса на обсуждение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210312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Центральная кнопка «Студия» в таб-баре: согласны ли с приоритетом записи над каталогом?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Фиксированная тёмная тема независимо от темы Telegram: подтверждаем?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 кредитов только после успешного результата: поддерживает ли это бэкенд?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47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3A2C10">
              <a:alpha val="65000"/>
            </a:srgbClr>
          </a:solidFill>
          <a:ln/>
        </p:spPr>
      </p:sp>
      <p:pic>
        <p:nvPicPr>
          <p:cNvPr id="3" name="Image 0" descr="/private/tmp/claude-501/-Users-adilkokenovich-Library-Application-Support-Claude-scratch-workspaces-4d5a547f-5bda-4e02-a26b-0419b365d104-24b83587-a446-4e42-8e8e-da4c6a31b078-scratch-2026-10-14-85e996/4870e2f4-b6a5-40cc-80a2-be3d24a1a0ea/scratchpad/shots/export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2408426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" y="795528"/>
            <a:ext cx="2463290" cy="5266944"/>
          </a:xfrm>
          <a:prstGeom prst="roundRect">
            <a:avLst>
              <a:gd name="adj" fmla="val 9280"/>
            </a:avLst>
          </a:prstGeom>
          <a:ln w="15875">
            <a:solidFill>
              <a:srgbClr val="2A282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9319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Всё, что вы видели, открыто прямо сейчас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931920" y="2560320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0" y="2633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261518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adilmaidanov94.github.io/asiqpai-design/design/prototype.html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931920" y="3291840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336499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и документы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334670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adilmaidanov94.github.io/asiqpai-design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31920" y="4023360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0E0D0B"/>
          </a:solidFill>
          <a:ln w="9525">
            <a:solidFill>
              <a:srgbClr val="2A28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0" y="40965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Исходники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407822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github.com/adilmaidanov94/asiqpai-design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931920" y="5029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Майданов Адиль Кокенович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@kokenovich · mnogonotka.com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ASIQPAI: демо прототипа</dc:title>
  <dc:subject>PptxGenJS Presentation</dc:subject>
  <dc:creator>Майданов Адиль Кокенович</dc:creator>
  <cp:lastModifiedBy>Майданов Адиль Кокенович</cp:lastModifiedBy>
  <cp:revision>1</cp:revision>
  <dcterms:created xsi:type="dcterms:W3CDTF">2026-10-14T13:36:29Z</dcterms:created>
  <dcterms:modified xsi:type="dcterms:W3CDTF">2026-10-14T13:36:29Z</dcterms:modified>
</cp:coreProperties>
</file>